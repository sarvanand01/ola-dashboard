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69C7-A5BD-5AEC-CA49-48B2685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D85CA-20D8-50AB-E16A-2B5BD15D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F978-46F7-4DEF-8389-38571B44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A86EC-F06F-0F01-E841-22B7ECC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D0B87-3FD7-F98A-B3B5-871D138C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4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DDA1-DF73-9D79-5944-FCFC1B12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DB29-E0BA-8B4C-F93C-6412B7D0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750A9-FB30-B776-AF6D-BA63FE2A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C48DF-84D9-3640-B4DC-6ABB1D68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19CD-7754-D880-6527-ECBCB958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3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8322-13D2-C6AF-865E-FA7CD37D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D8345-42CC-9102-6CE0-8EFED0AE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7E07-4066-2220-E9EC-DF555E0E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B0F1-3543-9D54-E6FA-21EAD894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5C81-33F0-10C7-C41E-1C692808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1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27D7-64FB-5A7D-75AE-CBF7CAB3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0969F-DA3C-A50A-733C-73A9E9040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639E9-F5B1-29F2-CBDF-8D2277BD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67806-FE4A-B4FD-A773-54D282D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EC1DD-DAA5-0265-C36C-4ACFCCE1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CFF17-5563-D343-9604-AE026719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7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2730-1B99-2549-1FDE-8168FECB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A7A4-5CF6-7F6A-8938-16F78C4E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6443C-6792-A49A-FE82-D49A69746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A189E-B500-D9E5-C810-5A062D192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02F83-0F41-8348-C8D1-1196D7AA4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9E3F6-9480-8B50-6D39-493CA164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C24B5-5C61-19AC-6B8D-CE13FD09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977D7-D435-10F4-924E-00EB8A0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9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B24F-E683-4A38-AF0C-D04FA68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530F-3558-9DB8-81C7-C2276936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4C6CE-BC7A-C0EA-E76E-E85DCBB2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08BD9-3A4D-3BE0-4028-0650FD87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1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883F6-48D7-8809-6DBB-A09594DE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7D786-0A81-A8D2-6243-8EBE1A12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4C075-4B13-4042-58F8-E4A3067F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018C-234F-D612-BFDC-D305D485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5108-AAC7-FC9A-6FE6-7AAAB535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3DF37-C86B-459E-29D6-58433E05D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3EA3D-DB7B-5034-C555-DEA72592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AC557-3F59-E77A-E776-2255CDB3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B6F7C-4BC1-8967-30D8-03450C0F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7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045E-23DB-133F-468F-64CE704E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79C1B-8C29-83DE-E568-E0BBD9AEB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A83B7-AABD-744A-7D4F-6C344C4CC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0788A-174A-8A8C-5AA1-37F1CD8A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79B33-A483-CEC0-DA58-109143C3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9A391-2D68-D485-B0FC-66F5BF93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3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6E46-6CDA-7854-888F-5F3FDFAB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A6E3-4598-CFC3-DA23-8BEB87152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B5EA1-7D37-1CBC-6A4E-C7664425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498C-16E9-5C18-A132-0A57357B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5EEA-0286-DC94-4BD9-AB196BB2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0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1CDCE-B74D-262C-00DC-580227B8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564A1-C703-BCDE-E7E6-D3BB076C4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0B1D-1B50-C51B-0AD8-66EF30FA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E6D46-2323-F0A8-CF20-DF415949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012D8-A521-C644-DE64-C321AB35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1">
                <a:lumMod val="8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7AF48-FC43-ED1C-6C32-3506604F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34564-BEDB-F63E-5AD9-65DFFD1A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47EA-6F85-0DE5-10ED-7FBB5C951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BACA5-C946-4CB9-9A74-340FB7D94D6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DAED-0E53-FD41-284A-6D9DE0D3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51F6-795D-BF29-9ED9-A36198A59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5.png"/><Relationship Id="rId18" Type="http://schemas.openxmlformats.org/officeDocument/2006/relationships/image" Target="../media/image10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17" Type="http://schemas.openxmlformats.org/officeDocument/2006/relationships/image" Target="../media/image9.png"/><Relationship Id="rId2" Type="http://schemas.openxmlformats.org/officeDocument/2006/relationships/image" Target="../media/image13.png"/><Relationship Id="rId16" Type="http://schemas.openxmlformats.org/officeDocument/2006/relationships/image" Target="../media/image8.sv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7.png"/><Relationship Id="rId10" Type="http://schemas.openxmlformats.org/officeDocument/2006/relationships/image" Target="../media/image21.svg"/><Relationship Id="rId19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2.png"/><Relationship Id="rId3" Type="http://schemas.openxmlformats.org/officeDocument/2006/relationships/image" Target="../media/image21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6.svg"/><Relationship Id="rId1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12" Type="http://schemas.openxmlformats.org/officeDocument/2006/relationships/image" Target="../media/image5.png"/><Relationship Id="rId17" Type="http://schemas.openxmlformats.org/officeDocument/2006/relationships/image" Target="../media/image29.svg"/><Relationship Id="rId2" Type="http://schemas.openxmlformats.org/officeDocument/2006/relationships/image" Target="../media/image13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svg"/><Relationship Id="rId5" Type="http://schemas.openxmlformats.org/officeDocument/2006/relationships/image" Target="../media/image17.png"/><Relationship Id="rId15" Type="http://schemas.openxmlformats.org/officeDocument/2006/relationships/image" Target="../media/image8.svg"/><Relationship Id="rId10" Type="http://schemas.openxmlformats.org/officeDocument/2006/relationships/image" Target="../media/image3.png"/><Relationship Id="rId19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E95F5F4-72EC-559C-DD1E-9C35D0A13E6B}"/>
              </a:ext>
            </a:extLst>
          </p:cNvPr>
          <p:cNvGrpSpPr/>
          <p:nvPr/>
        </p:nvGrpSpPr>
        <p:grpSpPr>
          <a:xfrm>
            <a:off x="17214" y="-95932"/>
            <a:ext cx="3114762" cy="6890021"/>
            <a:chOff x="17214" y="-115596"/>
            <a:chExt cx="3114762" cy="68900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3CCC85-5FB7-FB29-400F-966279F319A3}"/>
                </a:ext>
              </a:extLst>
            </p:cNvPr>
            <p:cNvSpPr/>
            <p:nvPr/>
          </p:nvSpPr>
          <p:spPr>
            <a:xfrm>
              <a:off x="58992" y="36613"/>
              <a:ext cx="3072984" cy="6737812"/>
            </a:xfrm>
            <a:prstGeom prst="roundRect">
              <a:avLst>
                <a:gd name="adj" fmla="val 4189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B244C67-FEB3-D08A-DF89-14A3A5752A58}"/>
                </a:ext>
              </a:extLst>
            </p:cNvPr>
            <p:cNvSpPr/>
            <p:nvPr/>
          </p:nvSpPr>
          <p:spPr>
            <a:xfrm>
              <a:off x="316323" y="181069"/>
              <a:ext cx="732020" cy="71743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98481B4-C063-C0BF-3219-D000BB96CEE3}"/>
                </a:ext>
              </a:extLst>
            </p:cNvPr>
            <p:cNvSpPr/>
            <p:nvPr/>
          </p:nvSpPr>
          <p:spPr>
            <a:xfrm>
              <a:off x="108153" y="1091280"/>
              <a:ext cx="2970549" cy="841670"/>
            </a:xfrm>
            <a:prstGeom prst="roundRect">
              <a:avLst>
                <a:gd name="adj" fmla="val 11994"/>
              </a:avLst>
            </a:prstGeom>
            <a:solidFill>
              <a:srgbClr val="92D05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Graphic 5" descr="Scatterplot with solid fill">
              <a:extLst>
                <a:ext uri="{FF2B5EF4-FFF2-40B4-BE49-F238E27FC236}">
                  <a16:creationId xmlns:a16="http://schemas.microsoft.com/office/drawing/2014/main" id="{A5C13A88-28B3-2760-54FD-17069C3B1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6323" y="1128892"/>
              <a:ext cx="732020" cy="719191"/>
            </a:xfrm>
            <a:prstGeom prst="rect">
              <a:avLst/>
            </a:prstGeom>
          </p:spPr>
        </p:pic>
        <p:pic>
          <p:nvPicPr>
            <p:cNvPr id="9" name="Graphic 8" descr="Car with solid fill">
              <a:extLst>
                <a:ext uri="{FF2B5EF4-FFF2-40B4-BE49-F238E27FC236}">
                  <a16:creationId xmlns:a16="http://schemas.microsoft.com/office/drawing/2014/main" id="{8B42D0BA-9B92-57D4-63F6-E2353B8E3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6323" y="2137726"/>
              <a:ext cx="914400" cy="898375"/>
            </a:xfrm>
            <a:prstGeom prst="rect">
              <a:avLst/>
            </a:prstGeom>
          </p:spPr>
        </p:pic>
        <p:pic>
          <p:nvPicPr>
            <p:cNvPr id="11" name="Graphic 10" descr="Rupee with solid fill">
              <a:extLst>
                <a:ext uri="{FF2B5EF4-FFF2-40B4-BE49-F238E27FC236}">
                  <a16:creationId xmlns:a16="http://schemas.microsoft.com/office/drawing/2014/main" id="{732E0ABF-DC62-0FB2-DAF8-21E1A2BDE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7514" y="3407675"/>
              <a:ext cx="567128" cy="557189"/>
            </a:xfrm>
            <a:prstGeom prst="rect">
              <a:avLst/>
            </a:prstGeom>
          </p:spPr>
        </p:pic>
        <p:pic>
          <p:nvPicPr>
            <p:cNvPr id="13" name="Graphic 12" descr="Crash with solid fill">
              <a:extLst>
                <a:ext uri="{FF2B5EF4-FFF2-40B4-BE49-F238E27FC236}">
                  <a16:creationId xmlns:a16="http://schemas.microsoft.com/office/drawing/2014/main" id="{DCEC747A-3B98-03B0-2006-5C1F5FB15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6335" y="4195251"/>
              <a:ext cx="914400" cy="898375"/>
            </a:xfrm>
            <a:prstGeom prst="rect">
              <a:avLst/>
            </a:prstGeom>
          </p:spPr>
        </p:pic>
        <p:pic>
          <p:nvPicPr>
            <p:cNvPr id="17" name="Graphic 16" descr="Rating with solid fill">
              <a:extLst>
                <a:ext uri="{FF2B5EF4-FFF2-40B4-BE49-F238E27FC236}">
                  <a16:creationId xmlns:a16="http://schemas.microsoft.com/office/drawing/2014/main" id="{7FD98D96-C234-FF4B-11AD-94BE380BD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3878" y="5498439"/>
              <a:ext cx="914400" cy="89837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275439-CDBD-5DA0-2F2C-C377F1E2FF79}"/>
                </a:ext>
              </a:extLst>
            </p:cNvPr>
            <p:cNvSpPr txBox="1"/>
            <p:nvPr/>
          </p:nvSpPr>
          <p:spPr>
            <a:xfrm>
              <a:off x="1148278" y="1289304"/>
              <a:ext cx="1299148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Overall</a:t>
              </a:r>
              <a:endParaRPr lang="en-IN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435903-B2B5-25A0-62A9-9AC67EDCA639}"/>
                </a:ext>
              </a:extLst>
            </p:cNvPr>
            <p:cNvSpPr txBox="1"/>
            <p:nvPr/>
          </p:nvSpPr>
          <p:spPr>
            <a:xfrm>
              <a:off x="1210734" y="2372925"/>
              <a:ext cx="1921242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Vehicle Type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B09B0A-285E-644A-625A-984BC63C1106}"/>
                </a:ext>
              </a:extLst>
            </p:cNvPr>
            <p:cNvSpPr txBox="1"/>
            <p:nvPr/>
          </p:nvSpPr>
          <p:spPr>
            <a:xfrm>
              <a:off x="1210735" y="3444743"/>
              <a:ext cx="1299148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Revenue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232327-70D4-A246-4B6A-70F9F8137F3E}"/>
                </a:ext>
              </a:extLst>
            </p:cNvPr>
            <p:cNvSpPr txBox="1"/>
            <p:nvPr/>
          </p:nvSpPr>
          <p:spPr>
            <a:xfrm>
              <a:off x="1148278" y="4553635"/>
              <a:ext cx="1818806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Cancellation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B962DD0-FC21-B60E-9EF1-43F573029BB2}"/>
                </a:ext>
              </a:extLst>
            </p:cNvPr>
            <p:cNvSpPr txBox="1"/>
            <p:nvPr/>
          </p:nvSpPr>
          <p:spPr>
            <a:xfrm>
              <a:off x="1210735" y="5682348"/>
              <a:ext cx="1818806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Ratings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29" name="Picture 28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A897DC60-3DE4-CC86-331A-63BFBDFF3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8271" y="212833"/>
              <a:ext cx="1279161" cy="671613"/>
            </a:xfrm>
            <a:prstGeom prst="rect">
              <a:avLst/>
            </a:prstGeom>
          </p:spPr>
        </p:pic>
        <p:pic>
          <p:nvPicPr>
            <p:cNvPr id="31" name="Picture 30" descr="A yellow circle with black lines&#10;&#10;Description automatically generated">
              <a:extLst>
                <a:ext uri="{FF2B5EF4-FFF2-40B4-BE49-F238E27FC236}">
                  <a16:creationId xmlns:a16="http://schemas.microsoft.com/office/drawing/2014/main" id="{8C1E25D8-5BD2-8ED8-45E4-D88A8C471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4" y="-115596"/>
              <a:ext cx="1330237" cy="13069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53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72CB79-4C5D-9259-26BB-ADBDAD3D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623351"/>
              </p:ext>
            </p:extLst>
          </p:nvPr>
        </p:nvGraphicFramePr>
        <p:xfrm>
          <a:off x="3421506" y="877266"/>
          <a:ext cx="8421970" cy="559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160">
                  <a:extLst>
                    <a:ext uri="{9D8B030D-6E8A-4147-A177-3AD203B41FA5}">
                      <a16:colId xmlns:a16="http://schemas.microsoft.com/office/drawing/2014/main" val="948218640"/>
                    </a:ext>
                  </a:extLst>
                </a:gridCol>
                <a:gridCol w="1708628">
                  <a:extLst>
                    <a:ext uri="{9D8B030D-6E8A-4147-A177-3AD203B41FA5}">
                      <a16:colId xmlns:a16="http://schemas.microsoft.com/office/drawing/2014/main" val="114267177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13367604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38428340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1754810389"/>
                    </a:ext>
                  </a:extLst>
                </a:gridCol>
              </a:tblGrid>
              <a:tr h="6995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 Type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Avg.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6332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Sedan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98542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015799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Plus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5948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481285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65641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97764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542047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D42D53-3FAC-3FB4-5F49-A83E8121D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22" y="1381482"/>
            <a:ext cx="956874" cy="95687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D7C8944-5923-4765-1DEE-CCA3F242E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163" y="2146462"/>
            <a:ext cx="855461" cy="855461"/>
          </a:xfrm>
          <a:prstGeom prst="rect">
            <a:avLst/>
          </a:prstGeom>
        </p:spPr>
      </p:pic>
      <p:pic>
        <p:nvPicPr>
          <p:cNvPr id="15" name="Picture 14" descr="A car on a black background&#10;&#10;Description automatically generated">
            <a:extLst>
              <a:ext uri="{FF2B5EF4-FFF2-40B4-BE49-F238E27FC236}">
                <a16:creationId xmlns:a16="http://schemas.microsoft.com/office/drawing/2014/main" id="{E3AEC829-635B-F42E-2257-1F0433CD20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641" y="2631383"/>
            <a:ext cx="1191719" cy="1191719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9A92B67-7071-264D-5742-F576BC675C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480" y="3580263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9FE326-D34A-11A9-BEE3-B57116C3F7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855" y="4401442"/>
            <a:ext cx="457234" cy="457234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3B784FD-94D9-6C01-A04F-59FC3F74EB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80" y="4967726"/>
            <a:ext cx="722459" cy="722459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D293EE76-7CB8-216C-DA8E-D48CBED996B1}"/>
              </a:ext>
            </a:extLst>
          </p:cNvPr>
          <p:cNvGrpSpPr/>
          <p:nvPr/>
        </p:nvGrpSpPr>
        <p:grpSpPr>
          <a:xfrm>
            <a:off x="17214" y="-95932"/>
            <a:ext cx="4454865" cy="6890021"/>
            <a:chOff x="17214" y="-95932"/>
            <a:chExt cx="4454865" cy="68900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33" name="Picture 3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B78062B6-50DA-305E-150D-2801C8719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4845" y="5785351"/>
              <a:ext cx="457234" cy="457234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21FEB0A-AC82-3451-FA76-CEC7A9DEF14D}"/>
                </a:ext>
              </a:extLst>
            </p:cNvPr>
            <p:cNvSpPr/>
            <p:nvPr/>
          </p:nvSpPr>
          <p:spPr>
            <a:xfrm>
              <a:off x="58992" y="56277"/>
              <a:ext cx="3072984" cy="6737812"/>
            </a:xfrm>
            <a:prstGeom prst="roundRect">
              <a:avLst>
                <a:gd name="adj" fmla="val 4189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1BE3892-9C6B-3EC9-B6EC-EAFD21621DAF}"/>
                </a:ext>
              </a:extLst>
            </p:cNvPr>
            <p:cNvSpPr/>
            <p:nvPr/>
          </p:nvSpPr>
          <p:spPr>
            <a:xfrm>
              <a:off x="316323" y="200733"/>
              <a:ext cx="732020" cy="71743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6B90C9F-E5DB-901B-7AA9-BD4A2B081D4A}"/>
                </a:ext>
              </a:extLst>
            </p:cNvPr>
            <p:cNvSpPr/>
            <p:nvPr/>
          </p:nvSpPr>
          <p:spPr>
            <a:xfrm>
              <a:off x="108153" y="2172829"/>
              <a:ext cx="2970549" cy="841670"/>
            </a:xfrm>
            <a:prstGeom prst="roundRect">
              <a:avLst>
                <a:gd name="adj" fmla="val 11994"/>
              </a:avLst>
            </a:prstGeom>
            <a:solidFill>
              <a:srgbClr val="92D05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4" name="Graphic 13" descr="Scatterplot with solid fill">
              <a:extLst>
                <a:ext uri="{FF2B5EF4-FFF2-40B4-BE49-F238E27FC236}">
                  <a16:creationId xmlns:a16="http://schemas.microsoft.com/office/drawing/2014/main" id="{B24AC626-021D-6E9B-1A6A-18FCF446B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6323" y="1148556"/>
              <a:ext cx="732020" cy="719191"/>
            </a:xfrm>
            <a:prstGeom prst="rect">
              <a:avLst/>
            </a:prstGeom>
          </p:spPr>
        </p:pic>
        <p:pic>
          <p:nvPicPr>
            <p:cNvPr id="16" name="Graphic 15" descr="Car with solid fill">
              <a:extLst>
                <a:ext uri="{FF2B5EF4-FFF2-40B4-BE49-F238E27FC236}">
                  <a16:creationId xmlns:a16="http://schemas.microsoft.com/office/drawing/2014/main" id="{BDAA6164-6059-C114-EDB7-6144D3ADE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16323" y="2157390"/>
              <a:ext cx="914400" cy="898375"/>
            </a:xfrm>
            <a:prstGeom prst="rect">
              <a:avLst/>
            </a:prstGeom>
          </p:spPr>
        </p:pic>
        <p:pic>
          <p:nvPicPr>
            <p:cNvPr id="25" name="Graphic 24" descr="Rupee with solid fill">
              <a:extLst>
                <a:ext uri="{FF2B5EF4-FFF2-40B4-BE49-F238E27FC236}">
                  <a16:creationId xmlns:a16="http://schemas.microsoft.com/office/drawing/2014/main" id="{1CF8B7CF-109C-E655-530A-B0922898E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07514" y="3427339"/>
              <a:ext cx="567128" cy="557189"/>
            </a:xfrm>
            <a:prstGeom prst="rect">
              <a:avLst/>
            </a:prstGeom>
          </p:spPr>
        </p:pic>
        <p:pic>
          <p:nvPicPr>
            <p:cNvPr id="27" name="Graphic 26" descr="Crash with solid fill">
              <a:extLst>
                <a:ext uri="{FF2B5EF4-FFF2-40B4-BE49-F238E27FC236}">
                  <a16:creationId xmlns:a16="http://schemas.microsoft.com/office/drawing/2014/main" id="{2DCF0FC2-6CDF-1FD6-238F-551FDF40F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96335" y="4214915"/>
              <a:ext cx="914400" cy="898375"/>
            </a:xfrm>
            <a:prstGeom prst="rect">
              <a:avLst/>
            </a:prstGeom>
          </p:spPr>
        </p:pic>
        <p:pic>
          <p:nvPicPr>
            <p:cNvPr id="30" name="Graphic 29" descr="Rating with solid fill">
              <a:extLst>
                <a:ext uri="{FF2B5EF4-FFF2-40B4-BE49-F238E27FC236}">
                  <a16:creationId xmlns:a16="http://schemas.microsoft.com/office/drawing/2014/main" id="{8A3F372F-6870-26D4-0303-C50555A27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33878" y="5518103"/>
              <a:ext cx="914400" cy="898375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B1357A6-5D7D-7B3D-74C2-C9B879CC9D44}"/>
                </a:ext>
              </a:extLst>
            </p:cNvPr>
            <p:cNvSpPr txBox="1"/>
            <p:nvPr/>
          </p:nvSpPr>
          <p:spPr>
            <a:xfrm>
              <a:off x="1148278" y="1308968"/>
              <a:ext cx="12991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Overall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161C945-E329-3731-7572-6704EC89AE9E}"/>
                </a:ext>
              </a:extLst>
            </p:cNvPr>
            <p:cNvSpPr txBox="1"/>
            <p:nvPr/>
          </p:nvSpPr>
          <p:spPr>
            <a:xfrm>
              <a:off x="1210734" y="2392589"/>
              <a:ext cx="19212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Vehicle Type</a:t>
              </a:r>
              <a:endParaRPr lang="en-IN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E242F5F-8199-F430-7F51-603487E0DB7F}"/>
                </a:ext>
              </a:extLst>
            </p:cNvPr>
            <p:cNvSpPr txBox="1"/>
            <p:nvPr/>
          </p:nvSpPr>
          <p:spPr>
            <a:xfrm>
              <a:off x="1210735" y="3464407"/>
              <a:ext cx="1299148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Revenue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FC1DF36-AA6E-64B8-4902-2743FD7F297A}"/>
                </a:ext>
              </a:extLst>
            </p:cNvPr>
            <p:cNvSpPr txBox="1"/>
            <p:nvPr/>
          </p:nvSpPr>
          <p:spPr>
            <a:xfrm>
              <a:off x="1148278" y="4573299"/>
              <a:ext cx="1818806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Cancellation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F72D272-2933-776B-8E69-340B2B0E319E}"/>
                </a:ext>
              </a:extLst>
            </p:cNvPr>
            <p:cNvSpPr txBox="1"/>
            <p:nvPr/>
          </p:nvSpPr>
          <p:spPr>
            <a:xfrm>
              <a:off x="1210735" y="5702012"/>
              <a:ext cx="1818806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Ratings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39" name="Picture 38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5ACBB0E7-FEB5-B119-B596-DF5618B56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8271" y="232497"/>
              <a:ext cx="1279161" cy="671613"/>
            </a:xfrm>
            <a:prstGeom prst="rect">
              <a:avLst/>
            </a:prstGeom>
          </p:spPr>
        </p:pic>
        <p:pic>
          <p:nvPicPr>
            <p:cNvPr id="40" name="Picture 39" descr="A yellow circle with black lines&#10;&#10;Description automatically generated">
              <a:extLst>
                <a:ext uri="{FF2B5EF4-FFF2-40B4-BE49-F238E27FC236}">
                  <a16:creationId xmlns:a16="http://schemas.microsoft.com/office/drawing/2014/main" id="{2DEE2802-5F1F-9B7D-34BE-72E856E20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4" y="-95932"/>
              <a:ext cx="1330237" cy="13069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768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9EDD0F-0194-F82F-9BD3-45C900056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5B8CE6-A8ED-6EE8-4A8E-2E11CC9E33CF}"/>
              </a:ext>
            </a:extLst>
          </p:cNvPr>
          <p:cNvGraphicFramePr>
            <a:graphicFrameLocks noGrp="1"/>
          </p:cNvGraphicFramePr>
          <p:nvPr/>
        </p:nvGraphicFramePr>
        <p:xfrm>
          <a:off x="3421506" y="877266"/>
          <a:ext cx="8421970" cy="559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160">
                  <a:extLst>
                    <a:ext uri="{9D8B030D-6E8A-4147-A177-3AD203B41FA5}">
                      <a16:colId xmlns:a16="http://schemas.microsoft.com/office/drawing/2014/main" val="948218640"/>
                    </a:ext>
                  </a:extLst>
                </a:gridCol>
                <a:gridCol w="1708628">
                  <a:extLst>
                    <a:ext uri="{9D8B030D-6E8A-4147-A177-3AD203B41FA5}">
                      <a16:colId xmlns:a16="http://schemas.microsoft.com/office/drawing/2014/main" val="114267177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13367604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38428340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1754810389"/>
                    </a:ext>
                  </a:extLst>
                </a:gridCol>
              </a:tblGrid>
              <a:tr h="6995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 Type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Avg.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6332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Sedan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98542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015799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Plus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5948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481285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65641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97764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542047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056D00-386A-21EB-88D1-D47246193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22" y="1381482"/>
            <a:ext cx="956874" cy="95687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586246-A283-B344-6EDA-C6CB045D9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163" y="2146462"/>
            <a:ext cx="855461" cy="855461"/>
          </a:xfrm>
          <a:prstGeom prst="rect">
            <a:avLst/>
          </a:prstGeom>
        </p:spPr>
      </p:pic>
      <p:pic>
        <p:nvPicPr>
          <p:cNvPr id="15" name="Picture 14" descr="A car on a black background&#10;&#10;Description automatically generated">
            <a:extLst>
              <a:ext uri="{FF2B5EF4-FFF2-40B4-BE49-F238E27FC236}">
                <a16:creationId xmlns:a16="http://schemas.microsoft.com/office/drawing/2014/main" id="{2C8BD698-A383-F98F-DDCA-32FE6BDFD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641" y="2631383"/>
            <a:ext cx="1191719" cy="1191719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806DE84-D526-E0AB-ED9E-1DBDCE1D24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480" y="3580263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B27B59E-6702-793C-5E0C-F3F58884C7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855" y="4401442"/>
            <a:ext cx="457234" cy="457234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0B916D5-9359-8785-79F0-9D1D9B2C82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80" y="4967726"/>
            <a:ext cx="722459" cy="722459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3F6447-B165-B4E2-7AD8-25E4EC6393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45" y="5785351"/>
            <a:ext cx="457234" cy="45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818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8717BA57-C0C3-9F77-3C95-8A97DF976341}"/>
              </a:ext>
            </a:extLst>
          </p:cNvPr>
          <p:cNvGrpSpPr/>
          <p:nvPr/>
        </p:nvGrpSpPr>
        <p:grpSpPr>
          <a:xfrm>
            <a:off x="17214" y="-95932"/>
            <a:ext cx="3114762" cy="6890021"/>
            <a:chOff x="17214" y="-95932"/>
            <a:chExt cx="3114762" cy="68900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5E75D66-9196-8874-73C6-55B3B226B772}"/>
                </a:ext>
              </a:extLst>
            </p:cNvPr>
            <p:cNvSpPr/>
            <p:nvPr/>
          </p:nvSpPr>
          <p:spPr>
            <a:xfrm>
              <a:off x="58992" y="56277"/>
              <a:ext cx="3072984" cy="6737812"/>
            </a:xfrm>
            <a:prstGeom prst="roundRect">
              <a:avLst>
                <a:gd name="adj" fmla="val 4189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404A26C-E9C7-D0C9-3B43-6F4640C9F554}"/>
                </a:ext>
              </a:extLst>
            </p:cNvPr>
            <p:cNvSpPr/>
            <p:nvPr/>
          </p:nvSpPr>
          <p:spPr>
            <a:xfrm>
              <a:off x="316323" y="200733"/>
              <a:ext cx="732020" cy="71743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F7AE8E1-7392-ACAD-7E8F-622EFBC6F9E4}"/>
                </a:ext>
              </a:extLst>
            </p:cNvPr>
            <p:cNvSpPr/>
            <p:nvPr/>
          </p:nvSpPr>
          <p:spPr>
            <a:xfrm>
              <a:off x="108153" y="3264211"/>
              <a:ext cx="2970549" cy="841670"/>
            </a:xfrm>
            <a:prstGeom prst="roundRect">
              <a:avLst>
                <a:gd name="adj" fmla="val 11994"/>
              </a:avLst>
            </a:prstGeom>
            <a:solidFill>
              <a:srgbClr val="92D05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38" name="Graphic 37" descr="Scatterplot with solid fill">
              <a:extLst>
                <a:ext uri="{FF2B5EF4-FFF2-40B4-BE49-F238E27FC236}">
                  <a16:creationId xmlns:a16="http://schemas.microsoft.com/office/drawing/2014/main" id="{B81E1C82-9503-A998-1AD0-E165DB163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6323" y="1148556"/>
              <a:ext cx="732020" cy="719191"/>
            </a:xfrm>
            <a:prstGeom prst="rect">
              <a:avLst/>
            </a:prstGeom>
          </p:spPr>
        </p:pic>
        <p:pic>
          <p:nvPicPr>
            <p:cNvPr id="39" name="Graphic 38" descr="Car with solid fill">
              <a:extLst>
                <a:ext uri="{FF2B5EF4-FFF2-40B4-BE49-F238E27FC236}">
                  <a16:creationId xmlns:a16="http://schemas.microsoft.com/office/drawing/2014/main" id="{EDB49812-1D08-7DAB-1C50-08E64F0C2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6323" y="2157390"/>
              <a:ext cx="914400" cy="898375"/>
            </a:xfrm>
            <a:prstGeom prst="rect">
              <a:avLst/>
            </a:prstGeom>
          </p:spPr>
        </p:pic>
        <p:pic>
          <p:nvPicPr>
            <p:cNvPr id="40" name="Graphic 39" descr="Rupee with solid fill">
              <a:extLst>
                <a:ext uri="{FF2B5EF4-FFF2-40B4-BE49-F238E27FC236}">
                  <a16:creationId xmlns:a16="http://schemas.microsoft.com/office/drawing/2014/main" id="{8AE44E10-2330-0D00-0276-46FD0BDB3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7514" y="3427339"/>
              <a:ext cx="567128" cy="557189"/>
            </a:xfrm>
            <a:prstGeom prst="rect">
              <a:avLst/>
            </a:prstGeom>
          </p:spPr>
        </p:pic>
        <p:pic>
          <p:nvPicPr>
            <p:cNvPr id="41" name="Graphic 40" descr="Crash with solid fill">
              <a:extLst>
                <a:ext uri="{FF2B5EF4-FFF2-40B4-BE49-F238E27FC236}">
                  <a16:creationId xmlns:a16="http://schemas.microsoft.com/office/drawing/2014/main" id="{ABD2A8C3-9E02-C05A-6AEE-1C1CD9F91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6335" y="4214915"/>
              <a:ext cx="914400" cy="898375"/>
            </a:xfrm>
            <a:prstGeom prst="rect">
              <a:avLst/>
            </a:prstGeom>
          </p:spPr>
        </p:pic>
        <p:pic>
          <p:nvPicPr>
            <p:cNvPr id="42" name="Graphic 41" descr="Rating with solid fill">
              <a:extLst>
                <a:ext uri="{FF2B5EF4-FFF2-40B4-BE49-F238E27FC236}">
                  <a16:creationId xmlns:a16="http://schemas.microsoft.com/office/drawing/2014/main" id="{D1AD03A5-06C5-71FD-8E72-0AAFBD083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3878" y="5518103"/>
              <a:ext cx="914400" cy="898375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F625D2-573D-51EB-DBA4-110F14C50AB8}"/>
                </a:ext>
              </a:extLst>
            </p:cNvPr>
            <p:cNvSpPr txBox="1"/>
            <p:nvPr/>
          </p:nvSpPr>
          <p:spPr>
            <a:xfrm>
              <a:off x="1148278" y="1308968"/>
              <a:ext cx="12991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Overall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77C7F63-BF0F-2A67-10D7-D71EB8BEFBEA}"/>
                </a:ext>
              </a:extLst>
            </p:cNvPr>
            <p:cNvSpPr txBox="1"/>
            <p:nvPr/>
          </p:nvSpPr>
          <p:spPr>
            <a:xfrm>
              <a:off x="1210734" y="2392589"/>
              <a:ext cx="1921242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Vehicle Type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AF3CB0E-09F0-C4F7-32A6-A119CD8DDCF3}"/>
                </a:ext>
              </a:extLst>
            </p:cNvPr>
            <p:cNvSpPr txBox="1"/>
            <p:nvPr/>
          </p:nvSpPr>
          <p:spPr>
            <a:xfrm>
              <a:off x="1210735" y="3464407"/>
              <a:ext cx="12991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Revenue</a:t>
              </a:r>
              <a:endParaRPr lang="en-IN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0F8BF1D-805C-F0CF-BD44-F05D59E24C75}"/>
                </a:ext>
              </a:extLst>
            </p:cNvPr>
            <p:cNvSpPr txBox="1"/>
            <p:nvPr/>
          </p:nvSpPr>
          <p:spPr>
            <a:xfrm>
              <a:off x="1148278" y="4573299"/>
              <a:ext cx="1818806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Cancellation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6E8A646-067A-4D9B-6BC0-151A877CCA28}"/>
                </a:ext>
              </a:extLst>
            </p:cNvPr>
            <p:cNvSpPr txBox="1"/>
            <p:nvPr/>
          </p:nvSpPr>
          <p:spPr>
            <a:xfrm>
              <a:off x="1210735" y="5702012"/>
              <a:ext cx="1818806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Ratings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48" name="Picture 47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AE826EBC-E89E-8D8C-9907-05322CBDE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8271" y="232497"/>
              <a:ext cx="1279161" cy="671613"/>
            </a:xfrm>
            <a:prstGeom prst="rect">
              <a:avLst/>
            </a:prstGeom>
          </p:spPr>
        </p:pic>
        <p:pic>
          <p:nvPicPr>
            <p:cNvPr id="49" name="Picture 48" descr="A yellow circle with black lines&#10;&#10;Description automatically generated">
              <a:extLst>
                <a:ext uri="{FF2B5EF4-FFF2-40B4-BE49-F238E27FC236}">
                  <a16:creationId xmlns:a16="http://schemas.microsoft.com/office/drawing/2014/main" id="{49FDAEE7-BF3D-E386-5788-9DB0C9122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4" y="-95932"/>
              <a:ext cx="1330237" cy="13069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3692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2F4FBEE0-EDF0-7EA8-A043-876BFD3196A3}"/>
              </a:ext>
            </a:extLst>
          </p:cNvPr>
          <p:cNvGrpSpPr/>
          <p:nvPr/>
        </p:nvGrpSpPr>
        <p:grpSpPr>
          <a:xfrm>
            <a:off x="17214" y="-95932"/>
            <a:ext cx="3114762" cy="6890021"/>
            <a:chOff x="17214" y="-95932"/>
            <a:chExt cx="3114762" cy="68900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3BBBED1-8EC9-F0ED-D591-7E3E23EB8D83}"/>
                </a:ext>
              </a:extLst>
            </p:cNvPr>
            <p:cNvSpPr/>
            <p:nvPr/>
          </p:nvSpPr>
          <p:spPr>
            <a:xfrm>
              <a:off x="58992" y="56277"/>
              <a:ext cx="3072984" cy="6737812"/>
            </a:xfrm>
            <a:prstGeom prst="roundRect">
              <a:avLst>
                <a:gd name="adj" fmla="val 4189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3C9DEB1-B893-91A7-A257-7069D312198E}"/>
                </a:ext>
              </a:extLst>
            </p:cNvPr>
            <p:cNvSpPr/>
            <p:nvPr/>
          </p:nvSpPr>
          <p:spPr>
            <a:xfrm>
              <a:off x="316323" y="200733"/>
              <a:ext cx="732020" cy="71743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A753D705-0748-8880-9D6C-CCFAB7DCFD48}"/>
                </a:ext>
              </a:extLst>
            </p:cNvPr>
            <p:cNvSpPr/>
            <p:nvPr/>
          </p:nvSpPr>
          <p:spPr>
            <a:xfrm>
              <a:off x="108153" y="4326101"/>
              <a:ext cx="2970549" cy="841670"/>
            </a:xfrm>
            <a:prstGeom prst="roundRect">
              <a:avLst>
                <a:gd name="adj" fmla="val 11994"/>
              </a:avLst>
            </a:prstGeom>
            <a:solidFill>
              <a:srgbClr val="92D05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38" name="Graphic 37" descr="Scatterplot with solid fill">
              <a:extLst>
                <a:ext uri="{FF2B5EF4-FFF2-40B4-BE49-F238E27FC236}">
                  <a16:creationId xmlns:a16="http://schemas.microsoft.com/office/drawing/2014/main" id="{450CD628-0410-8982-820D-36705AC8D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6323" y="1148556"/>
              <a:ext cx="732020" cy="719191"/>
            </a:xfrm>
            <a:prstGeom prst="rect">
              <a:avLst/>
            </a:prstGeom>
          </p:spPr>
        </p:pic>
        <p:pic>
          <p:nvPicPr>
            <p:cNvPr id="39" name="Graphic 38" descr="Car with solid fill">
              <a:extLst>
                <a:ext uri="{FF2B5EF4-FFF2-40B4-BE49-F238E27FC236}">
                  <a16:creationId xmlns:a16="http://schemas.microsoft.com/office/drawing/2014/main" id="{278444B7-EC7C-834F-2375-5A3808D6E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6323" y="2157390"/>
              <a:ext cx="914400" cy="898375"/>
            </a:xfrm>
            <a:prstGeom prst="rect">
              <a:avLst/>
            </a:prstGeom>
          </p:spPr>
        </p:pic>
        <p:pic>
          <p:nvPicPr>
            <p:cNvPr id="40" name="Graphic 39" descr="Rupee with solid fill">
              <a:extLst>
                <a:ext uri="{FF2B5EF4-FFF2-40B4-BE49-F238E27FC236}">
                  <a16:creationId xmlns:a16="http://schemas.microsoft.com/office/drawing/2014/main" id="{61531040-F101-69EB-F578-D4226F644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7514" y="3427339"/>
              <a:ext cx="567128" cy="557189"/>
            </a:xfrm>
            <a:prstGeom prst="rect">
              <a:avLst/>
            </a:prstGeom>
          </p:spPr>
        </p:pic>
        <p:pic>
          <p:nvPicPr>
            <p:cNvPr id="41" name="Graphic 40" descr="Crash with solid fill">
              <a:extLst>
                <a:ext uri="{FF2B5EF4-FFF2-40B4-BE49-F238E27FC236}">
                  <a16:creationId xmlns:a16="http://schemas.microsoft.com/office/drawing/2014/main" id="{6AB85944-6EC0-73D6-C0FE-F47D61FED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6335" y="4214915"/>
              <a:ext cx="914400" cy="898375"/>
            </a:xfrm>
            <a:prstGeom prst="rect">
              <a:avLst/>
            </a:prstGeom>
          </p:spPr>
        </p:pic>
        <p:pic>
          <p:nvPicPr>
            <p:cNvPr id="42" name="Graphic 41" descr="Rating with solid fill">
              <a:extLst>
                <a:ext uri="{FF2B5EF4-FFF2-40B4-BE49-F238E27FC236}">
                  <a16:creationId xmlns:a16="http://schemas.microsoft.com/office/drawing/2014/main" id="{27D65279-0A6D-A1A5-A559-1DB24155A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3878" y="5518103"/>
              <a:ext cx="914400" cy="898375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2DE63D8-8497-EA48-5AC8-EB362A2DD70F}"/>
                </a:ext>
              </a:extLst>
            </p:cNvPr>
            <p:cNvSpPr txBox="1"/>
            <p:nvPr/>
          </p:nvSpPr>
          <p:spPr>
            <a:xfrm>
              <a:off x="1148278" y="1308968"/>
              <a:ext cx="12991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Overall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FC49E18-9F00-1B52-EA3A-6C2021CEBAA3}"/>
                </a:ext>
              </a:extLst>
            </p:cNvPr>
            <p:cNvSpPr txBox="1"/>
            <p:nvPr/>
          </p:nvSpPr>
          <p:spPr>
            <a:xfrm>
              <a:off x="1210734" y="2392589"/>
              <a:ext cx="1921242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Vehicle Type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9477CF5-486E-A5A7-97D3-F619A7C62E16}"/>
                </a:ext>
              </a:extLst>
            </p:cNvPr>
            <p:cNvSpPr txBox="1"/>
            <p:nvPr/>
          </p:nvSpPr>
          <p:spPr>
            <a:xfrm>
              <a:off x="1210735" y="3464407"/>
              <a:ext cx="1299148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Revenue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CBC9055-E118-E87B-702E-CE691257B10E}"/>
                </a:ext>
              </a:extLst>
            </p:cNvPr>
            <p:cNvSpPr txBox="1"/>
            <p:nvPr/>
          </p:nvSpPr>
          <p:spPr>
            <a:xfrm>
              <a:off x="1148278" y="4573299"/>
              <a:ext cx="18188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Cancellation</a:t>
              </a:r>
              <a:endParaRPr lang="en-IN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E7D9993-7EBD-F592-EC0E-8DDB9A5A4311}"/>
                </a:ext>
              </a:extLst>
            </p:cNvPr>
            <p:cNvSpPr txBox="1"/>
            <p:nvPr/>
          </p:nvSpPr>
          <p:spPr>
            <a:xfrm>
              <a:off x="1210735" y="5702012"/>
              <a:ext cx="1818806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Ratings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48" name="Picture 47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23F66BE8-F96D-60FC-D573-DBEC21E3F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8271" y="232497"/>
              <a:ext cx="1279161" cy="671613"/>
            </a:xfrm>
            <a:prstGeom prst="rect">
              <a:avLst/>
            </a:prstGeom>
          </p:spPr>
        </p:pic>
        <p:pic>
          <p:nvPicPr>
            <p:cNvPr id="49" name="Picture 48" descr="A yellow circle with black lines&#10;&#10;Description automatically generated">
              <a:extLst>
                <a:ext uri="{FF2B5EF4-FFF2-40B4-BE49-F238E27FC236}">
                  <a16:creationId xmlns:a16="http://schemas.microsoft.com/office/drawing/2014/main" id="{0AB00A9E-CD38-3814-499D-04E74B0F3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4" y="-95932"/>
              <a:ext cx="1330237" cy="13069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92845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7C6C9F-C084-D472-DA95-8709F4E3E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82246"/>
              </p:ext>
            </p:extLst>
          </p:nvPr>
        </p:nvGraphicFramePr>
        <p:xfrm>
          <a:off x="3439615" y="170519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170AC8-C1C9-1E10-3002-F0CA2B3B5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22" y="1572711"/>
            <a:ext cx="956874" cy="956874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680E82-F1F6-B760-07DB-1A4DA6485A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0" y="1612273"/>
            <a:ext cx="855461" cy="85546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3B83BA-C62E-C1B0-B28C-9FB18ED7B1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90" y="1690587"/>
            <a:ext cx="855461" cy="855461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C07480-94DA-FD17-3DE7-EF121FADD8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474" y="1801135"/>
            <a:ext cx="457234" cy="457234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14F5D8-096C-6BB1-AA46-009E5F4DBA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01" y="1653397"/>
            <a:ext cx="722459" cy="722459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B777C4-3065-2BBB-0EA8-A520D66338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04" y="1774447"/>
            <a:ext cx="457234" cy="45723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966AFE-AF81-4165-E062-6D6850DF4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25" y="1623417"/>
            <a:ext cx="855461" cy="855461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4798316-84B7-A280-C0D5-286CE86E7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9875"/>
              </p:ext>
            </p:extLst>
          </p:nvPr>
        </p:nvGraphicFramePr>
        <p:xfrm>
          <a:off x="3472094" y="401617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201F35D-BDA5-34F1-273E-D7BCA7D10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501" y="3883691"/>
            <a:ext cx="956874" cy="956874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FDD27E-DCC7-D536-F18B-80AB4DA68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9" y="3923253"/>
            <a:ext cx="855461" cy="855461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CE7B48-02BB-3A04-0779-F66150FE1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69" y="4001567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4523ACB-C9A2-5B0A-C094-208452710D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53" y="4112115"/>
            <a:ext cx="457234" cy="457234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55A096-7050-BD8B-8C26-6313FC818A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180" y="3964377"/>
            <a:ext cx="722459" cy="722459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B9B665-1F39-2750-FBD4-55B58A85C8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3" y="4085427"/>
            <a:ext cx="457234" cy="457234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8EE37B-6FB6-894D-3AF3-229CEFA6C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04" y="3934397"/>
            <a:ext cx="855461" cy="855461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568C80BC-05FC-69C2-23B1-79CC66811D91}"/>
              </a:ext>
            </a:extLst>
          </p:cNvPr>
          <p:cNvGrpSpPr/>
          <p:nvPr/>
        </p:nvGrpSpPr>
        <p:grpSpPr>
          <a:xfrm>
            <a:off x="17214" y="-95932"/>
            <a:ext cx="3114762" cy="6890021"/>
            <a:chOff x="17214" y="-95932"/>
            <a:chExt cx="3114762" cy="68900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C492A87E-5A51-8E2F-09CF-5A58AD56CD60}"/>
                </a:ext>
              </a:extLst>
            </p:cNvPr>
            <p:cNvSpPr/>
            <p:nvPr/>
          </p:nvSpPr>
          <p:spPr>
            <a:xfrm>
              <a:off x="58992" y="56277"/>
              <a:ext cx="3072984" cy="6737812"/>
            </a:xfrm>
            <a:prstGeom prst="roundRect">
              <a:avLst>
                <a:gd name="adj" fmla="val 4189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09B3A7A-02D5-4B3C-E70E-1E7676BF0DAC}"/>
                </a:ext>
              </a:extLst>
            </p:cNvPr>
            <p:cNvSpPr/>
            <p:nvPr/>
          </p:nvSpPr>
          <p:spPr>
            <a:xfrm>
              <a:off x="316323" y="200733"/>
              <a:ext cx="732020" cy="717436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7BB1A149-289C-6540-A9C0-5EB5BE1BB2F8}"/>
                </a:ext>
              </a:extLst>
            </p:cNvPr>
            <p:cNvSpPr/>
            <p:nvPr/>
          </p:nvSpPr>
          <p:spPr>
            <a:xfrm>
              <a:off x="108153" y="5515809"/>
              <a:ext cx="2970549" cy="841670"/>
            </a:xfrm>
            <a:prstGeom prst="roundRect">
              <a:avLst>
                <a:gd name="adj" fmla="val 11994"/>
              </a:avLst>
            </a:prstGeom>
            <a:solidFill>
              <a:srgbClr val="92D05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54" name="Graphic 53" descr="Scatterplot with solid fill">
              <a:extLst>
                <a:ext uri="{FF2B5EF4-FFF2-40B4-BE49-F238E27FC236}">
                  <a16:creationId xmlns:a16="http://schemas.microsoft.com/office/drawing/2014/main" id="{00714F7A-566C-3C0D-5DC3-28CF81900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6323" y="1148556"/>
              <a:ext cx="732020" cy="719191"/>
            </a:xfrm>
            <a:prstGeom prst="rect">
              <a:avLst/>
            </a:prstGeom>
          </p:spPr>
        </p:pic>
        <p:pic>
          <p:nvPicPr>
            <p:cNvPr id="55" name="Graphic 54" descr="Car with solid fill">
              <a:extLst>
                <a:ext uri="{FF2B5EF4-FFF2-40B4-BE49-F238E27FC236}">
                  <a16:creationId xmlns:a16="http://schemas.microsoft.com/office/drawing/2014/main" id="{FE522CD3-843A-BBD2-4AAB-C6773F16C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16323" y="2157390"/>
              <a:ext cx="914400" cy="898375"/>
            </a:xfrm>
            <a:prstGeom prst="rect">
              <a:avLst/>
            </a:prstGeom>
          </p:spPr>
        </p:pic>
        <p:pic>
          <p:nvPicPr>
            <p:cNvPr id="56" name="Graphic 55" descr="Rupee with solid fill">
              <a:extLst>
                <a:ext uri="{FF2B5EF4-FFF2-40B4-BE49-F238E27FC236}">
                  <a16:creationId xmlns:a16="http://schemas.microsoft.com/office/drawing/2014/main" id="{335592C8-F8B3-91CD-330E-E5715A93F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07514" y="3427339"/>
              <a:ext cx="567128" cy="557189"/>
            </a:xfrm>
            <a:prstGeom prst="rect">
              <a:avLst/>
            </a:prstGeom>
          </p:spPr>
        </p:pic>
        <p:pic>
          <p:nvPicPr>
            <p:cNvPr id="57" name="Graphic 56" descr="Crash with solid fill">
              <a:extLst>
                <a:ext uri="{FF2B5EF4-FFF2-40B4-BE49-F238E27FC236}">
                  <a16:creationId xmlns:a16="http://schemas.microsoft.com/office/drawing/2014/main" id="{A9243F56-66B8-4283-6EF1-ADA753760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96335" y="4214915"/>
              <a:ext cx="914400" cy="898375"/>
            </a:xfrm>
            <a:prstGeom prst="rect">
              <a:avLst/>
            </a:prstGeom>
          </p:spPr>
        </p:pic>
        <p:pic>
          <p:nvPicPr>
            <p:cNvPr id="58" name="Graphic 57" descr="Rating with solid fill">
              <a:extLst>
                <a:ext uri="{FF2B5EF4-FFF2-40B4-BE49-F238E27FC236}">
                  <a16:creationId xmlns:a16="http://schemas.microsoft.com/office/drawing/2014/main" id="{76C3322B-C5CC-225E-1681-736954634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33878" y="5518103"/>
              <a:ext cx="914400" cy="898375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7C7E7A5-B9D9-9A05-9671-CDBB6083A4B7}"/>
                </a:ext>
              </a:extLst>
            </p:cNvPr>
            <p:cNvSpPr txBox="1"/>
            <p:nvPr/>
          </p:nvSpPr>
          <p:spPr>
            <a:xfrm>
              <a:off x="1148278" y="1308968"/>
              <a:ext cx="12991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Overall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F7668F0-B3CB-0601-A6DE-312E23089230}"/>
                </a:ext>
              </a:extLst>
            </p:cNvPr>
            <p:cNvSpPr txBox="1"/>
            <p:nvPr/>
          </p:nvSpPr>
          <p:spPr>
            <a:xfrm>
              <a:off x="1210734" y="2392589"/>
              <a:ext cx="1921242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Vehicle Type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F9B51C3-C7BD-AA62-DF95-978D650E4131}"/>
                </a:ext>
              </a:extLst>
            </p:cNvPr>
            <p:cNvSpPr txBox="1"/>
            <p:nvPr/>
          </p:nvSpPr>
          <p:spPr>
            <a:xfrm>
              <a:off x="1210735" y="3464407"/>
              <a:ext cx="1299148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Revenue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E8F278F-D563-DA24-AD43-5A86B1940120}"/>
                </a:ext>
              </a:extLst>
            </p:cNvPr>
            <p:cNvSpPr txBox="1"/>
            <p:nvPr/>
          </p:nvSpPr>
          <p:spPr>
            <a:xfrm>
              <a:off x="1148278" y="4573299"/>
              <a:ext cx="1818806" cy="3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2">
                      <a:lumMod val="7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Cancellation</a:t>
              </a:r>
              <a:endParaRPr lang="en-IN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81B735F-9893-7A70-C48D-2D90CA98625D}"/>
                </a:ext>
              </a:extLst>
            </p:cNvPr>
            <p:cNvSpPr txBox="1"/>
            <p:nvPr/>
          </p:nvSpPr>
          <p:spPr>
            <a:xfrm>
              <a:off x="1210735" y="5702012"/>
              <a:ext cx="18188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Ratings</a:t>
              </a:r>
              <a:endParaRPr lang="en-IN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64" name="Picture 63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66E7DDF1-8DA0-AB26-CB59-72378FD60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8271" y="232497"/>
              <a:ext cx="1279161" cy="671613"/>
            </a:xfrm>
            <a:prstGeom prst="rect">
              <a:avLst/>
            </a:prstGeom>
          </p:spPr>
        </p:pic>
        <p:pic>
          <p:nvPicPr>
            <p:cNvPr id="65" name="Picture 64" descr="A yellow circle with black lines&#10;&#10;Description automatically generated">
              <a:extLst>
                <a:ext uri="{FF2B5EF4-FFF2-40B4-BE49-F238E27FC236}">
                  <a16:creationId xmlns:a16="http://schemas.microsoft.com/office/drawing/2014/main" id="{79FBAE5F-635F-90BD-2569-33C46DA75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4" y="-95932"/>
              <a:ext cx="1330237" cy="13069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737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B58902-8A31-B39E-EBAD-3B12756A5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CAD416D-A869-F346-1B48-0FF6966AC07C}"/>
              </a:ext>
            </a:extLst>
          </p:cNvPr>
          <p:cNvGraphicFramePr>
            <a:graphicFrameLocks noGrp="1"/>
          </p:cNvGraphicFramePr>
          <p:nvPr/>
        </p:nvGraphicFramePr>
        <p:xfrm>
          <a:off x="3439615" y="170519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893241D-76EA-A245-7127-61D0F35D5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22" y="1572711"/>
            <a:ext cx="956874" cy="956874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4DB8941-A97D-C35A-C2BA-67F9DF4560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0" y="1612273"/>
            <a:ext cx="855461" cy="85546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A302005-558E-E9F8-7E3E-8ACB43245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90" y="1690587"/>
            <a:ext cx="855461" cy="855461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8452CC4-4CCD-8672-EAD5-D938D241F8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474" y="1801135"/>
            <a:ext cx="457234" cy="457234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1A8E1C5-E561-4347-ED2C-801E0121BB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01" y="1653397"/>
            <a:ext cx="722459" cy="722459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A38DD25-5C3C-7D50-6DED-5F88721B20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04" y="1774447"/>
            <a:ext cx="457234" cy="45723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F7A7809-7CDD-C9FF-47FB-98F11C2856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25" y="1623417"/>
            <a:ext cx="855461" cy="855461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53EFDB8-77D9-BDF1-0BB8-628A22BFC313}"/>
              </a:ext>
            </a:extLst>
          </p:cNvPr>
          <p:cNvGraphicFramePr>
            <a:graphicFrameLocks noGrp="1"/>
          </p:cNvGraphicFramePr>
          <p:nvPr/>
        </p:nvGraphicFramePr>
        <p:xfrm>
          <a:off x="3472094" y="401617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0BDC0B-45A9-D1F6-BB14-55908D310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501" y="3883691"/>
            <a:ext cx="956874" cy="956874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0F213A-192A-F8A2-E2FA-0CC423183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9" y="3923253"/>
            <a:ext cx="855461" cy="855461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EED726B-8521-BCDC-77CC-2F2C69D014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69" y="4001567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1D1EF43-C2F1-F5D6-66B5-CA59E01227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53" y="4112115"/>
            <a:ext cx="457234" cy="457234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E599449-8DF4-DBD1-C108-BD4833F282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180" y="3964377"/>
            <a:ext cx="722459" cy="722459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F05C219-BA8E-E28F-2B93-A48600A70B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3" y="4085427"/>
            <a:ext cx="457234" cy="457234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F51124C-CDE8-E615-2095-5F820D530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04" y="3934397"/>
            <a:ext cx="855461" cy="85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3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120</Words>
  <Application>Microsoft Office PowerPoint</Application>
  <PresentationFormat>Widescreen</PresentationFormat>
  <Paragraphs>189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Gajanan</dc:creator>
  <cp:lastModifiedBy>Monkey D Luffy</cp:lastModifiedBy>
  <cp:revision>14</cp:revision>
  <dcterms:created xsi:type="dcterms:W3CDTF">2024-10-05T18:58:27Z</dcterms:created>
  <dcterms:modified xsi:type="dcterms:W3CDTF">2025-11-07T10:35:14Z</dcterms:modified>
</cp:coreProperties>
</file>